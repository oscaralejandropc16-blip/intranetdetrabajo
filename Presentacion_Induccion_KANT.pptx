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1430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4228" y="35433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D9A05B"/>
                </a:solidFill>
                <a:latin typeface="Montserrat"/>
              </a:rPr>
              <a:t>Guía </a:t>
            </a:r>
            <a:r>
              <a:rPr sz="4000" b="1" dirty="0" err="1">
                <a:solidFill>
                  <a:srgbClr val="D9A05B"/>
                </a:solidFill>
                <a:latin typeface="Montserrat"/>
              </a:rPr>
              <a:t>Rápida</a:t>
            </a:r>
            <a:r>
              <a:rPr sz="4000" b="1" dirty="0">
                <a:solidFill>
                  <a:srgbClr val="D9A05B"/>
                </a:solidFill>
                <a:latin typeface="Montserrat"/>
              </a:rPr>
              <a:t> de Uso — Plataforma KANT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Montserrat"/>
              </a:rPr>
              <a:t>Instructivo operativo paso a paso para el registro diario de jornadas,
control de actuaciones y gestión de la intranet.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1. FICHAJE (Registro de Entrada/Salida)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Lo primero que deben hacer apenas comiencen su jornada laboral es ingresar a la plataforma y marcar su hora de entrada. Al finalizar su día, deben marcar su hora de salida.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0E8184-685F-9183-8261-4324A8D1D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7" t="12481" r="2907" b="7106"/>
          <a:stretch>
            <a:fillRect/>
          </a:stretch>
        </p:blipFill>
        <p:spPr>
          <a:xfrm>
            <a:off x="5856827" y="1699782"/>
            <a:ext cx="5847493" cy="28250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2. LIBRO DE ACTUACIONES (Su bitácora del día)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En esta pestaña van a registrar paso a paso su trabajo. Cada vez que realicen una tarea (redactar un documento, hacer una llamada, revisar un caso), deben agregar una nueva "Actuación". Al final del día (antes de las 6:00 PM), todo este libro se enviará automáticamente a Jefatura como su reporte de trabajo diario.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CD025D5-2463-1F81-D84C-A6B38CCC3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894" r="2210" b="7313"/>
          <a:stretch>
            <a:fillRect/>
          </a:stretch>
        </p:blipFill>
        <p:spPr>
          <a:xfrm>
            <a:off x="4532109" y="3423684"/>
            <a:ext cx="6486411" cy="2977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3. BUZÓN DE TAREAS E INSTRUCCIONES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Revise constantemente este módulo. Aquí recibirá los mensajes, directrices e instrucciones procesales directas de la jefatura para su ejecución inmediata.</a:t>
            </a:r>
          </a:p>
        </p:txBody>
      </p:sp>
      <p:pic>
        <p:nvPicPr>
          <p:cNvPr id="7" name="Picture 6" descr="oficial_shot4_17891525316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99" y="1737360"/>
            <a:ext cx="6339967" cy="2938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4. CHAT DIRECTO CON JEFATURA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Dentro del buzón o al abrir una tarea, tendrán acceso a un chat oficial en tiempo real. Utilícenlo para confirmar que han leído la instrucción, hacer preguntas rápidas o informar que la tarea ha sido completada exitosamente.</a:t>
            </a:r>
          </a:p>
        </p:txBody>
      </p:sp>
      <p:pic>
        <p:nvPicPr>
          <p:cNvPr id="7" name="Picture 6" descr="media_1789157448215.png"/>
          <p:cNvPicPr>
            <a:picLocks noChangeAspect="1"/>
          </p:cNvPicPr>
          <p:nvPr/>
        </p:nvPicPr>
        <p:blipFill>
          <a:blip r:embed="rId3"/>
          <a:srcRect l="13911" t="12445" r="15740" b="8451"/>
          <a:stretch>
            <a:fillRect/>
          </a:stretch>
        </p:blipFill>
        <p:spPr>
          <a:xfrm>
            <a:off x="6310423" y="1737360"/>
            <a:ext cx="5150057" cy="3257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5. LIBRO DE INGRESOS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En caso de que su rol lo requiera, aquí registrarán cualquier ingreso económico, cobro o facturación relacionada con los casos y trámites legales que estén gestionando para llevar un control financiero exacto.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5AF6D0A-FC27-96F1-55F7-EB174D37BA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00" r="3372" b="7106"/>
          <a:stretch>
            <a:fillRect/>
          </a:stretch>
        </p:blipFill>
        <p:spPr>
          <a:xfrm>
            <a:off x="2065906" y="3070955"/>
            <a:ext cx="6932428" cy="3220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6. PROGRAMACIÓN (Agenda)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Este es su calendario de trabajo. Aquí deben anotar todas sus audiencias, reuniones con clientes y las fechas de vencimiento de los tribunales. Es fundamental mantener esto al día porque el sistema les enviará notificaciones y alertas para que no se les pase ninguna fecha importante.</a:t>
            </a:r>
          </a:p>
        </p:txBody>
      </p:sp>
      <p:pic>
        <p:nvPicPr>
          <p:cNvPr id="7" name="Picture 6" descr="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318" y="1890681"/>
            <a:ext cx="5951577" cy="2758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7. HISTORIAL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En esta pestaña podrán consultar el registro de todas las actuaciones y bitácoras que ustedes hayan enviado en días anteriores. Les servirá para buscar qué hicieron en una fecha específica o retomar tareas previas.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88A113F-8EFD-D84A-8544-33C351F90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" t="14135" r="3139" b="6693"/>
          <a:stretch>
            <a:fillRect/>
          </a:stretch>
        </p:blipFill>
        <p:spPr>
          <a:xfrm>
            <a:off x="2025941" y="2941815"/>
            <a:ext cx="7092028" cy="33492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8. BIBLIOTECA / INVESTIGACIONES KANT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Este módulo es nuestro repositorio jurídico. Si realizan un análisis complejo, consiguen una buena jurisprudencia o redactan un modelo de contrato excelente, deben subirlo aquí. Igualmente, pueden usar este módulo para buscar documentos de otros compañeros que les sirvan como plantilla para sus propios casos.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06476CD-3D5E-E33A-59AE-B85357CB4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" t="13928" r="2906" b="12274"/>
          <a:stretch>
            <a:fillRect/>
          </a:stretch>
        </p:blipFill>
        <p:spPr>
          <a:xfrm>
            <a:off x="3240802" y="3783276"/>
            <a:ext cx="5960914" cy="2617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9. MÓDULO DE EXPEDIENTES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Aquí encontrarán el registro de todos los casos de la firma. Su trabajo es ingresar constantemente a los expedientes que tengan asignados y registrar cada avance, novedad o cambio procesal. Esto permite que toda la firma sepa en qué estatus se encuentra un cliente sin tener que preguntar.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10872B3-8768-1B8E-3D7A-A81E601D6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54" b="10000"/>
          <a:stretch>
            <a:fillRect/>
          </a:stretch>
        </p:blipFill>
        <p:spPr>
          <a:xfrm>
            <a:off x="6201717" y="1796506"/>
            <a:ext cx="5548980" cy="25764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657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A05B"/>
                </a:solidFill>
                <a:latin typeface="Montserrat"/>
              </a:rPr>
              <a:t>10. MÓDULO DE GASTOS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601200" cy="18288"/>
          </a:xfrm>
          <a:prstGeom prst="rect">
            <a:avLst/>
          </a:prstGeom>
          <a:solidFill>
            <a:srgbClr val="D9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>
                <a:solidFill>
                  <a:srgbClr val="F8FAFC"/>
                </a:solidFill>
                <a:latin typeface="Montserrat"/>
              </a:rPr>
              <a:t>Si por alguna gestión de la firma ustedes tienen que pagar taxis, copias, aranceles de notarías, etc., deben registrar ese gasto en este módulo. Es obligatorio adjuntar una foto del recibo o factura. De esta manera, Jefatura podrá revisarlo y aprobarles el reembolso del dinero.</a:t>
            </a:r>
          </a:p>
        </p:txBody>
      </p:sp>
      <p:pic>
        <p:nvPicPr>
          <p:cNvPr id="7" name="Picture 6" descr="oficial_shot5_17891525533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37360"/>
            <a:ext cx="5486400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828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4228" y="41148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D9A05B"/>
                </a:solidFill>
                <a:latin typeface="Montserrat"/>
              </a:rPr>
              <a:t>¡Gracias </a:t>
            </a:r>
            <a:r>
              <a:rPr sz="4400" b="1" dirty="0" err="1">
                <a:solidFill>
                  <a:srgbClr val="D9A05B"/>
                </a:solidFill>
                <a:latin typeface="Montserrat"/>
              </a:rPr>
              <a:t>por</a:t>
            </a:r>
            <a:r>
              <a:rPr sz="4400" b="1" dirty="0">
                <a:solidFill>
                  <a:srgbClr val="D9A05B"/>
                </a:solidFill>
                <a:latin typeface="Montserrat"/>
              </a:rPr>
              <a:t> </a:t>
            </a:r>
            <a:r>
              <a:rPr sz="4400" b="1" dirty="0" err="1">
                <a:solidFill>
                  <a:srgbClr val="D9A05B"/>
                </a:solidFill>
                <a:latin typeface="Montserrat"/>
              </a:rPr>
              <a:t>su</a:t>
            </a:r>
            <a:r>
              <a:rPr sz="4400" b="1" dirty="0">
                <a:solidFill>
                  <a:srgbClr val="D9A05B"/>
                </a:solidFill>
                <a:latin typeface="Montserrat"/>
              </a:rPr>
              <a:t> </a:t>
            </a:r>
            <a:r>
              <a:rPr sz="4400" b="1" dirty="0" err="1">
                <a:solidFill>
                  <a:srgbClr val="D9A05B"/>
                </a:solidFill>
                <a:latin typeface="Montserrat"/>
              </a:rPr>
              <a:t>atención</a:t>
            </a:r>
            <a:r>
              <a:rPr sz="4400" b="1" dirty="0">
                <a:solidFill>
                  <a:srgbClr val="D9A05B"/>
                </a:solidFill>
                <a:latin typeface="Montserrat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Montserrat"/>
              </a:rPr>
              <a:t>Documento de uso interno confidencial
Román &amp; Delgado | Despacho de Abogados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551</Words>
  <Application>Microsoft Office PowerPoint</Application>
  <PresentationFormat>Panorámica</PresentationFormat>
  <Paragraphs>24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oscar Pérez</cp:lastModifiedBy>
  <cp:revision>4</cp:revision>
  <dcterms:created xsi:type="dcterms:W3CDTF">2013-01-27T09:14:16Z</dcterms:created>
  <dcterms:modified xsi:type="dcterms:W3CDTF">2026-09-11T20:30:10Z</dcterms:modified>
  <cp:category/>
</cp:coreProperties>
</file>